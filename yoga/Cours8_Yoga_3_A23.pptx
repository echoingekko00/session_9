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1"/>
  </p:notesMasterIdLst>
  <p:handoutMasterIdLst>
    <p:handoutMasterId r:id="rId12"/>
  </p:handoutMasterIdLst>
  <p:sldIdLst>
    <p:sldId id="257" r:id="rId2"/>
    <p:sldId id="382" r:id="rId3"/>
    <p:sldId id="383" r:id="rId4"/>
    <p:sldId id="381" r:id="rId5"/>
    <p:sldId id="384" r:id="rId6"/>
    <p:sldId id="386" r:id="rId7"/>
    <p:sldId id="387" r:id="rId8"/>
    <p:sldId id="388" r:id="rId9"/>
    <p:sldId id="385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C50F1-E23D-41D0-8DCB-C98735E86EDC}" v="19" dt="2023-10-16T17:11:10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yne DuBois" userId="312898cf-2ad6-4938-a8bf-cb591a88faf2" providerId="ADAL" clId="{D68C50F1-E23D-41D0-8DCB-C98735E86EDC}"/>
    <pc:docChg chg="undo custSel addSld delSld modSld sldOrd">
      <pc:chgData name="Evelyne DuBois" userId="312898cf-2ad6-4938-a8bf-cb591a88faf2" providerId="ADAL" clId="{D68C50F1-E23D-41D0-8DCB-C98735E86EDC}" dt="2023-10-16T17:32:04.682" v="1049" actId="14100"/>
      <pc:docMkLst>
        <pc:docMk/>
      </pc:docMkLst>
      <pc:sldChg chg="del">
        <pc:chgData name="Evelyne DuBois" userId="312898cf-2ad6-4938-a8bf-cb591a88faf2" providerId="ADAL" clId="{D68C50F1-E23D-41D0-8DCB-C98735E86EDC}" dt="2023-10-14T21:33:21.008" v="0" actId="2696"/>
        <pc:sldMkLst>
          <pc:docMk/>
          <pc:sldMk cId="191714609" sldId="258"/>
        </pc:sldMkLst>
      </pc:sldChg>
      <pc:sldChg chg="delSp modSp mod ord modClrScheme chgLayout">
        <pc:chgData name="Evelyne DuBois" userId="312898cf-2ad6-4938-a8bf-cb591a88faf2" providerId="ADAL" clId="{D68C50F1-E23D-41D0-8DCB-C98735E86EDC}" dt="2023-10-14T21:39:22.858" v="71" actId="1076"/>
        <pc:sldMkLst>
          <pc:docMk/>
          <pc:sldMk cId="4179185541" sldId="381"/>
        </pc:sldMkLst>
        <pc:spChg chg="del">
          <ac:chgData name="Evelyne DuBois" userId="312898cf-2ad6-4938-a8bf-cb591a88faf2" providerId="ADAL" clId="{D68C50F1-E23D-41D0-8DCB-C98735E86EDC}" dt="2023-10-14T21:33:39.291" v="3" actId="700"/>
          <ac:spMkLst>
            <pc:docMk/>
            <pc:sldMk cId="4179185541" sldId="381"/>
            <ac:spMk id="2" creationId="{AEC1308E-8F61-4CF6-80D7-D87D91B9062A}"/>
          </ac:spMkLst>
        </pc:spChg>
        <pc:spChg chg="mod">
          <ac:chgData name="Evelyne DuBois" userId="312898cf-2ad6-4938-a8bf-cb591a88faf2" providerId="ADAL" clId="{D68C50F1-E23D-41D0-8DCB-C98735E86EDC}" dt="2023-10-14T21:39:22.858" v="71" actId="1076"/>
          <ac:spMkLst>
            <pc:docMk/>
            <pc:sldMk cId="4179185541" sldId="381"/>
            <ac:spMk id="5" creationId="{16D3BEBC-E898-4FE2-9CFE-B03802A10CD1}"/>
          </ac:spMkLst>
        </pc:spChg>
        <pc:picChg chg="mod ord">
          <ac:chgData name="Evelyne DuBois" userId="312898cf-2ad6-4938-a8bf-cb591a88faf2" providerId="ADAL" clId="{D68C50F1-E23D-41D0-8DCB-C98735E86EDC}" dt="2023-10-14T21:33:46.503" v="4" actId="1076"/>
          <ac:picMkLst>
            <pc:docMk/>
            <pc:sldMk cId="4179185541" sldId="381"/>
            <ac:picMk id="4" creationId="{F7AAD231-ED98-45B0-810E-14D814362A53}"/>
          </ac:picMkLst>
        </pc:picChg>
      </pc:sldChg>
      <pc:sldChg chg="addSp delSp modSp new mod modClrScheme chgLayout">
        <pc:chgData name="Evelyne DuBois" userId="312898cf-2ad6-4938-a8bf-cb591a88faf2" providerId="ADAL" clId="{D68C50F1-E23D-41D0-8DCB-C98735E86EDC}" dt="2023-10-14T21:35:46.987" v="8" actId="14100"/>
        <pc:sldMkLst>
          <pc:docMk/>
          <pc:sldMk cId="3140268949" sldId="382"/>
        </pc:sldMkLst>
        <pc:spChg chg="del">
          <ac:chgData name="Evelyne DuBois" userId="312898cf-2ad6-4938-a8bf-cb591a88faf2" providerId="ADAL" clId="{D68C50F1-E23D-41D0-8DCB-C98735E86EDC}" dt="2023-10-14T21:33:32.692" v="2" actId="700"/>
          <ac:spMkLst>
            <pc:docMk/>
            <pc:sldMk cId="3140268949" sldId="382"/>
            <ac:spMk id="2" creationId="{38C13974-E0F9-4215-B06F-D8A0067C0F90}"/>
          </ac:spMkLst>
        </pc:spChg>
        <pc:spChg chg="del">
          <ac:chgData name="Evelyne DuBois" userId="312898cf-2ad6-4938-a8bf-cb591a88faf2" providerId="ADAL" clId="{D68C50F1-E23D-41D0-8DCB-C98735E86EDC}" dt="2023-10-14T21:33:32.692" v="2" actId="700"/>
          <ac:spMkLst>
            <pc:docMk/>
            <pc:sldMk cId="3140268949" sldId="382"/>
            <ac:spMk id="3" creationId="{F64B9818-E852-4154-9FD6-F8B4BD35641E}"/>
          </ac:spMkLst>
        </pc:spChg>
        <pc:spChg chg="mod ord">
          <ac:chgData name="Evelyne DuBois" userId="312898cf-2ad6-4938-a8bf-cb591a88faf2" providerId="ADAL" clId="{D68C50F1-E23D-41D0-8DCB-C98735E86EDC}" dt="2023-10-14T21:33:32.692" v="2" actId="700"/>
          <ac:spMkLst>
            <pc:docMk/>
            <pc:sldMk cId="3140268949" sldId="382"/>
            <ac:spMk id="4" creationId="{F087BAC4-240B-40E0-ACEE-96DC4F2E2E0C}"/>
          </ac:spMkLst>
        </pc:spChg>
        <pc:picChg chg="add mod">
          <ac:chgData name="Evelyne DuBois" userId="312898cf-2ad6-4938-a8bf-cb591a88faf2" providerId="ADAL" clId="{D68C50F1-E23D-41D0-8DCB-C98735E86EDC}" dt="2023-10-14T21:35:46.987" v="8" actId="14100"/>
          <ac:picMkLst>
            <pc:docMk/>
            <pc:sldMk cId="3140268949" sldId="382"/>
            <ac:picMk id="6" creationId="{E7C33E93-22B4-404D-84C2-800615A18758}"/>
          </ac:picMkLst>
        </pc:picChg>
      </pc:sldChg>
      <pc:sldChg chg="addSp delSp modSp new mod modClrScheme chgLayout">
        <pc:chgData name="Evelyne DuBois" userId="312898cf-2ad6-4938-a8bf-cb591a88faf2" providerId="ADAL" clId="{D68C50F1-E23D-41D0-8DCB-C98735E86EDC}" dt="2023-10-14T21:44:29.734" v="90" actId="1076"/>
        <pc:sldMkLst>
          <pc:docMk/>
          <pc:sldMk cId="3636041971" sldId="383"/>
        </pc:sldMkLst>
        <pc:spChg chg="del mod ord">
          <ac:chgData name="Evelyne DuBois" userId="312898cf-2ad6-4938-a8bf-cb591a88faf2" providerId="ADAL" clId="{D68C50F1-E23D-41D0-8DCB-C98735E86EDC}" dt="2023-10-14T21:36:52.341" v="41" actId="700"/>
          <ac:spMkLst>
            <pc:docMk/>
            <pc:sldMk cId="3636041971" sldId="383"/>
            <ac:spMk id="2" creationId="{79DF5505-B4D6-4261-8B70-5A70E4900B8E}"/>
          </ac:spMkLst>
        </pc:spChg>
        <pc:spChg chg="mod ord">
          <ac:chgData name="Evelyne DuBois" userId="312898cf-2ad6-4938-a8bf-cb591a88faf2" providerId="ADAL" clId="{D68C50F1-E23D-41D0-8DCB-C98735E86EDC}" dt="2023-10-14T21:38:00.445" v="51" actId="14100"/>
          <ac:spMkLst>
            <pc:docMk/>
            <pc:sldMk cId="3636041971" sldId="383"/>
            <ac:spMk id="3" creationId="{674FA436-924B-4FD8-ACA9-3B1C325E4F0E}"/>
          </ac:spMkLst>
        </pc:spChg>
        <pc:spChg chg="del mod ord">
          <ac:chgData name="Evelyne DuBois" userId="312898cf-2ad6-4938-a8bf-cb591a88faf2" providerId="ADAL" clId="{D68C50F1-E23D-41D0-8DCB-C98735E86EDC}" dt="2023-10-14T21:36:52.341" v="41" actId="700"/>
          <ac:spMkLst>
            <pc:docMk/>
            <pc:sldMk cId="3636041971" sldId="383"/>
            <ac:spMk id="4" creationId="{6797A2AC-1A0C-404A-9F67-C4BA234F8B81}"/>
          </ac:spMkLst>
        </pc:spChg>
        <pc:spChg chg="mod ord">
          <ac:chgData name="Evelyne DuBois" userId="312898cf-2ad6-4938-a8bf-cb591a88faf2" providerId="ADAL" clId="{D68C50F1-E23D-41D0-8DCB-C98735E86EDC}" dt="2023-10-14T21:36:52.341" v="41" actId="700"/>
          <ac:spMkLst>
            <pc:docMk/>
            <pc:sldMk cId="3636041971" sldId="383"/>
            <ac:spMk id="5" creationId="{317AB951-696F-4BEB-AB53-CAC9C64E3764}"/>
          </ac:spMkLst>
        </pc:spChg>
        <pc:spChg chg="add del mod ord">
          <ac:chgData name="Evelyne DuBois" userId="312898cf-2ad6-4938-a8bf-cb591a88faf2" providerId="ADAL" clId="{D68C50F1-E23D-41D0-8DCB-C98735E86EDC}" dt="2023-10-14T21:41:05.948" v="72"/>
          <ac:spMkLst>
            <pc:docMk/>
            <pc:sldMk cId="3636041971" sldId="383"/>
            <ac:spMk id="6" creationId="{55543871-C28C-4AC3-B20D-EFF0FBEEDB48}"/>
          </ac:spMkLst>
        </pc:spChg>
        <pc:spChg chg="add mod ord">
          <ac:chgData name="Evelyne DuBois" userId="312898cf-2ad6-4938-a8bf-cb591a88faf2" providerId="ADAL" clId="{D68C50F1-E23D-41D0-8DCB-C98735E86EDC}" dt="2023-10-14T21:44:08.851" v="84" actId="14100"/>
          <ac:spMkLst>
            <pc:docMk/>
            <pc:sldMk cId="3636041971" sldId="383"/>
            <ac:spMk id="7" creationId="{926F044F-568B-4623-BD00-D1315DF83D12}"/>
          </ac:spMkLst>
        </pc:spChg>
        <pc:picChg chg="add mod">
          <ac:chgData name="Evelyne DuBois" userId="312898cf-2ad6-4938-a8bf-cb591a88faf2" providerId="ADAL" clId="{D68C50F1-E23D-41D0-8DCB-C98735E86EDC}" dt="2023-10-14T21:42:19.732" v="80" actId="1076"/>
          <ac:picMkLst>
            <pc:docMk/>
            <pc:sldMk cId="3636041971" sldId="383"/>
            <ac:picMk id="8" creationId="{FC7DCAA3-2490-4686-B67D-13034A9F0BB5}"/>
          </ac:picMkLst>
        </pc:picChg>
        <pc:picChg chg="add mod">
          <ac:chgData name="Evelyne DuBois" userId="312898cf-2ad6-4938-a8bf-cb591a88faf2" providerId="ADAL" clId="{D68C50F1-E23D-41D0-8DCB-C98735E86EDC}" dt="2023-10-14T21:42:23.678" v="81" actId="1076"/>
          <ac:picMkLst>
            <pc:docMk/>
            <pc:sldMk cId="3636041971" sldId="383"/>
            <ac:picMk id="9" creationId="{A95C90A6-6FAF-4AFD-A295-3BA4EF2F8E9D}"/>
          </ac:picMkLst>
        </pc:picChg>
        <pc:picChg chg="add">
          <ac:chgData name="Evelyne DuBois" userId="312898cf-2ad6-4938-a8bf-cb591a88faf2" providerId="ADAL" clId="{D68C50F1-E23D-41D0-8DCB-C98735E86EDC}" dt="2023-10-14T21:43:51.812" v="82"/>
          <ac:picMkLst>
            <pc:docMk/>
            <pc:sldMk cId="3636041971" sldId="383"/>
            <ac:picMk id="10" creationId="{4EC72BF0-05CF-4EBD-9046-AB91BFD54954}"/>
          </ac:picMkLst>
        </pc:picChg>
        <pc:picChg chg="add">
          <ac:chgData name="Evelyne DuBois" userId="312898cf-2ad6-4938-a8bf-cb591a88faf2" providerId="ADAL" clId="{D68C50F1-E23D-41D0-8DCB-C98735E86EDC}" dt="2023-10-14T21:44:00.400" v="83"/>
          <ac:picMkLst>
            <pc:docMk/>
            <pc:sldMk cId="3636041971" sldId="383"/>
            <ac:picMk id="11" creationId="{2B7E18F3-5EE0-48C5-A8CC-ABF1AFD6326F}"/>
          </ac:picMkLst>
        </pc:picChg>
        <pc:picChg chg="add mod">
          <ac:chgData name="Evelyne DuBois" userId="312898cf-2ad6-4938-a8bf-cb591a88faf2" providerId="ADAL" clId="{D68C50F1-E23D-41D0-8DCB-C98735E86EDC}" dt="2023-10-14T21:44:29.734" v="90" actId="1076"/>
          <ac:picMkLst>
            <pc:docMk/>
            <pc:sldMk cId="3636041971" sldId="383"/>
            <ac:picMk id="12" creationId="{3116CF05-A48D-499B-9874-6B6BC92A7712}"/>
          </ac:picMkLst>
        </pc:picChg>
      </pc:sldChg>
      <pc:sldChg chg="addSp delSp modSp new mod">
        <pc:chgData name="Evelyne DuBois" userId="312898cf-2ad6-4938-a8bf-cb591a88faf2" providerId="ADAL" clId="{D68C50F1-E23D-41D0-8DCB-C98735E86EDC}" dt="2023-10-14T22:19:47.899" v="634" actId="1076"/>
        <pc:sldMkLst>
          <pc:docMk/>
          <pc:sldMk cId="4059222356" sldId="384"/>
        </pc:sldMkLst>
        <pc:spChg chg="mod">
          <ac:chgData name="Evelyne DuBois" userId="312898cf-2ad6-4938-a8bf-cb591a88faf2" providerId="ADAL" clId="{D68C50F1-E23D-41D0-8DCB-C98735E86EDC}" dt="2023-10-14T21:38:30.959" v="61" actId="255"/>
          <ac:spMkLst>
            <pc:docMk/>
            <pc:sldMk cId="4059222356" sldId="384"/>
            <ac:spMk id="2" creationId="{2F233569-CE29-4833-9957-393327F6C0C5}"/>
          </ac:spMkLst>
        </pc:spChg>
        <pc:spChg chg="del">
          <ac:chgData name="Evelyne DuBois" userId="312898cf-2ad6-4938-a8bf-cb591a88faf2" providerId="ADAL" clId="{D68C50F1-E23D-41D0-8DCB-C98735E86EDC}" dt="2023-10-14T21:46:09.758" v="91" actId="22"/>
          <ac:spMkLst>
            <pc:docMk/>
            <pc:sldMk cId="4059222356" sldId="384"/>
            <ac:spMk id="3" creationId="{6213FDC3-4DB2-424B-8727-09F233318344}"/>
          </ac:spMkLst>
        </pc:spChg>
        <pc:spChg chg="mod">
          <ac:chgData name="Evelyne DuBois" userId="312898cf-2ad6-4938-a8bf-cb591a88faf2" providerId="ADAL" clId="{D68C50F1-E23D-41D0-8DCB-C98735E86EDC}" dt="2023-10-14T21:47:17.987" v="100" actId="14100"/>
          <ac:spMkLst>
            <pc:docMk/>
            <pc:sldMk cId="4059222356" sldId="384"/>
            <ac:spMk id="4" creationId="{95A1A964-8838-4E40-840D-7946BD580A2F}"/>
          </ac:spMkLst>
        </pc:spChg>
        <pc:spChg chg="add del">
          <ac:chgData name="Evelyne DuBois" userId="312898cf-2ad6-4938-a8bf-cb591a88faf2" providerId="ADAL" clId="{D68C50F1-E23D-41D0-8DCB-C98735E86EDC}" dt="2023-10-14T21:38:41.996" v="63" actId="22"/>
          <ac:spMkLst>
            <pc:docMk/>
            <pc:sldMk cId="4059222356" sldId="384"/>
            <ac:spMk id="7" creationId="{C9AD6E2C-60B6-47D4-8F55-F704440A66F4}"/>
          </ac:spMkLst>
        </pc:spChg>
        <pc:spChg chg="add del mod">
          <ac:chgData name="Evelyne DuBois" userId="312898cf-2ad6-4938-a8bf-cb591a88faf2" providerId="ADAL" clId="{D68C50F1-E23D-41D0-8DCB-C98735E86EDC}" dt="2023-10-14T21:47:26.411" v="102"/>
          <ac:spMkLst>
            <pc:docMk/>
            <pc:sldMk cId="4059222356" sldId="384"/>
            <ac:spMk id="13" creationId="{302BA553-69AE-41D3-9BB1-F33C38D76280}"/>
          </ac:spMkLst>
        </pc:spChg>
        <pc:spChg chg="add mod">
          <ac:chgData name="Evelyne DuBois" userId="312898cf-2ad6-4938-a8bf-cb591a88faf2" providerId="ADAL" clId="{D68C50F1-E23D-41D0-8DCB-C98735E86EDC}" dt="2023-10-14T22:19:47.899" v="634" actId="1076"/>
          <ac:spMkLst>
            <pc:docMk/>
            <pc:sldMk cId="4059222356" sldId="384"/>
            <ac:spMk id="17" creationId="{58B41AA1-4818-4AC0-93CF-217940E97A88}"/>
          </ac:spMkLst>
        </pc:spChg>
        <pc:picChg chg="add del mod ord">
          <ac:chgData name="Evelyne DuBois" userId="312898cf-2ad6-4938-a8bf-cb591a88faf2" providerId="ADAL" clId="{D68C50F1-E23D-41D0-8DCB-C98735E86EDC}" dt="2023-10-14T21:47:11.024" v="98" actId="478"/>
          <ac:picMkLst>
            <pc:docMk/>
            <pc:sldMk cId="4059222356" sldId="384"/>
            <ac:picMk id="9" creationId="{4A3F24A3-5FC0-47C5-A071-BEBE1EF99073}"/>
          </ac:picMkLst>
        </pc:picChg>
        <pc:picChg chg="add del">
          <ac:chgData name="Evelyne DuBois" userId="312898cf-2ad6-4938-a8bf-cb591a88faf2" providerId="ADAL" clId="{D68C50F1-E23D-41D0-8DCB-C98735E86EDC}" dt="2023-10-14T21:46:55.427" v="95" actId="21"/>
          <ac:picMkLst>
            <pc:docMk/>
            <pc:sldMk cId="4059222356" sldId="384"/>
            <ac:picMk id="11" creationId="{2C98D6D9-3772-43DF-A871-C7047BCBB61A}"/>
          </ac:picMkLst>
        </pc:picChg>
        <pc:picChg chg="add mod">
          <ac:chgData name="Evelyne DuBois" userId="312898cf-2ad6-4938-a8bf-cb591a88faf2" providerId="ADAL" clId="{D68C50F1-E23D-41D0-8DCB-C98735E86EDC}" dt="2023-10-14T21:48:30.138" v="112" actId="1076"/>
          <ac:picMkLst>
            <pc:docMk/>
            <pc:sldMk cId="4059222356" sldId="384"/>
            <ac:picMk id="14" creationId="{920F7D52-C90D-4A13-8227-D546580BB904}"/>
          </ac:picMkLst>
        </pc:picChg>
        <pc:picChg chg="add mod">
          <ac:chgData name="Evelyne DuBois" userId="312898cf-2ad6-4938-a8bf-cb591a88faf2" providerId="ADAL" clId="{D68C50F1-E23D-41D0-8DCB-C98735E86EDC}" dt="2023-10-14T21:48:24.454" v="110" actId="1076"/>
          <ac:picMkLst>
            <pc:docMk/>
            <pc:sldMk cId="4059222356" sldId="384"/>
            <ac:picMk id="16" creationId="{C2F2B71A-62F3-45C4-B848-FE7476E7A6E8}"/>
          </ac:picMkLst>
        </pc:picChg>
      </pc:sldChg>
      <pc:sldChg chg="addSp delSp modSp new mod">
        <pc:chgData name="Evelyne DuBois" userId="312898cf-2ad6-4938-a8bf-cb591a88faf2" providerId="ADAL" clId="{D68C50F1-E23D-41D0-8DCB-C98735E86EDC}" dt="2023-10-14T22:27:58.956" v="845" actId="1076"/>
        <pc:sldMkLst>
          <pc:docMk/>
          <pc:sldMk cId="2217618088" sldId="385"/>
        </pc:sldMkLst>
        <pc:spChg chg="mod">
          <ac:chgData name="Evelyne DuBois" userId="312898cf-2ad6-4938-a8bf-cb591a88faf2" providerId="ADAL" clId="{D68C50F1-E23D-41D0-8DCB-C98735E86EDC}" dt="2023-10-14T22:18:12.122" v="591" actId="1076"/>
          <ac:spMkLst>
            <pc:docMk/>
            <pc:sldMk cId="2217618088" sldId="385"/>
            <ac:spMk id="2" creationId="{D5D0CA06-1466-4550-9577-4415369D77A1}"/>
          </ac:spMkLst>
        </pc:spChg>
        <pc:spChg chg="mod">
          <ac:chgData name="Evelyne DuBois" userId="312898cf-2ad6-4938-a8bf-cb591a88faf2" providerId="ADAL" clId="{D68C50F1-E23D-41D0-8DCB-C98735E86EDC}" dt="2023-10-14T22:27:58.956" v="845" actId="1076"/>
          <ac:spMkLst>
            <pc:docMk/>
            <pc:sldMk cId="2217618088" sldId="385"/>
            <ac:spMk id="3" creationId="{746C70E8-D99A-43A7-B753-8249D6B5C886}"/>
          </ac:spMkLst>
        </pc:spChg>
        <pc:spChg chg="mod">
          <ac:chgData name="Evelyne DuBois" userId="312898cf-2ad6-4938-a8bf-cb591a88faf2" providerId="ADAL" clId="{D68C50F1-E23D-41D0-8DCB-C98735E86EDC}" dt="2023-10-14T22:26:29.369" v="769" actId="20577"/>
          <ac:spMkLst>
            <pc:docMk/>
            <pc:sldMk cId="2217618088" sldId="385"/>
            <ac:spMk id="4" creationId="{8DF82A29-1F22-4891-8EE9-2D924171CA68}"/>
          </ac:spMkLst>
        </pc:spChg>
        <pc:picChg chg="add del">
          <ac:chgData name="Evelyne DuBois" userId="312898cf-2ad6-4938-a8bf-cb591a88faf2" providerId="ADAL" clId="{D68C50F1-E23D-41D0-8DCB-C98735E86EDC}" dt="2023-10-14T21:47:22.132" v="101" actId="21"/>
          <ac:picMkLst>
            <pc:docMk/>
            <pc:sldMk cId="2217618088" sldId="385"/>
            <ac:picMk id="6" creationId="{E2A5039C-1A45-44CF-856B-BA51F9A2CC8F}"/>
          </ac:picMkLst>
        </pc:picChg>
      </pc:sldChg>
      <pc:sldChg chg="addSp delSp modSp new mod">
        <pc:chgData name="Evelyne DuBois" userId="312898cf-2ad6-4938-a8bf-cb591a88faf2" providerId="ADAL" clId="{D68C50F1-E23D-41D0-8DCB-C98735E86EDC}" dt="2023-10-16T16:53:06.391" v="847" actId="1076"/>
        <pc:sldMkLst>
          <pc:docMk/>
          <pc:sldMk cId="758802280" sldId="386"/>
        </pc:sldMkLst>
        <pc:spChg chg="mod">
          <ac:chgData name="Evelyne DuBois" userId="312898cf-2ad6-4938-a8bf-cb591a88faf2" providerId="ADAL" clId="{D68C50F1-E23D-41D0-8DCB-C98735E86EDC}" dt="2023-10-14T21:55:27.795" v="386" actId="20577"/>
          <ac:spMkLst>
            <pc:docMk/>
            <pc:sldMk cId="758802280" sldId="386"/>
            <ac:spMk id="2" creationId="{2EEEEF72-3280-4835-87D9-7F267664E4BC}"/>
          </ac:spMkLst>
        </pc:spChg>
        <pc:spChg chg="del">
          <ac:chgData name="Evelyne DuBois" userId="312898cf-2ad6-4938-a8bf-cb591a88faf2" providerId="ADAL" clId="{D68C50F1-E23D-41D0-8DCB-C98735E86EDC}" dt="2023-10-14T21:59:32.846" v="516"/>
          <ac:spMkLst>
            <pc:docMk/>
            <pc:sldMk cId="758802280" sldId="386"/>
            <ac:spMk id="3" creationId="{125BF511-D410-4AC4-9E7E-C50B54B6AD4F}"/>
          </ac:spMkLst>
        </pc:spChg>
        <pc:spChg chg="mod">
          <ac:chgData name="Evelyne DuBois" userId="312898cf-2ad6-4938-a8bf-cb591a88faf2" providerId="ADAL" clId="{D68C50F1-E23D-41D0-8DCB-C98735E86EDC}" dt="2023-10-14T21:59:13.944" v="515" actId="20577"/>
          <ac:spMkLst>
            <pc:docMk/>
            <pc:sldMk cId="758802280" sldId="386"/>
            <ac:spMk id="4" creationId="{DBAEBAC7-C53F-43AF-974D-2F103AE49D63}"/>
          </ac:spMkLst>
        </pc:spChg>
        <pc:spChg chg="add del">
          <ac:chgData name="Evelyne DuBois" userId="312898cf-2ad6-4938-a8bf-cb591a88faf2" providerId="ADAL" clId="{D68C50F1-E23D-41D0-8DCB-C98735E86EDC}" dt="2023-10-14T21:54:28.753" v="320" actId="22"/>
          <ac:spMkLst>
            <pc:docMk/>
            <pc:sldMk cId="758802280" sldId="386"/>
            <ac:spMk id="7" creationId="{DC6ADD50-CC80-4946-B7E0-71CD6B24309E}"/>
          </ac:spMkLst>
        </pc:spChg>
        <pc:spChg chg="add del mod">
          <ac:chgData name="Evelyne DuBois" userId="312898cf-2ad6-4938-a8bf-cb591a88faf2" providerId="ADAL" clId="{D68C50F1-E23D-41D0-8DCB-C98735E86EDC}" dt="2023-10-14T21:56:21.164" v="409"/>
          <ac:spMkLst>
            <pc:docMk/>
            <pc:sldMk cId="758802280" sldId="386"/>
            <ac:spMk id="11" creationId="{EE4ADB0F-B633-4182-ADB3-D42BD4D8B1F3}"/>
          </ac:spMkLst>
        </pc:spChg>
        <pc:spChg chg="add del mod">
          <ac:chgData name="Evelyne DuBois" userId="312898cf-2ad6-4938-a8bf-cb591a88faf2" providerId="ADAL" clId="{D68C50F1-E23D-41D0-8DCB-C98735E86EDC}" dt="2023-10-14T21:56:21.164" v="409"/>
          <ac:spMkLst>
            <pc:docMk/>
            <pc:sldMk cId="758802280" sldId="386"/>
            <ac:spMk id="12" creationId="{9E13C37D-A797-4F43-91F9-66B4609C7941}"/>
          </ac:spMkLst>
        </pc:spChg>
        <pc:spChg chg="add del mod">
          <ac:chgData name="Evelyne DuBois" userId="312898cf-2ad6-4938-a8bf-cb591a88faf2" providerId="ADAL" clId="{D68C50F1-E23D-41D0-8DCB-C98735E86EDC}" dt="2023-10-14T21:56:21.164" v="409"/>
          <ac:spMkLst>
            <pc:docMk/>
            <pc:sldMk cId="758802280" sldId="386"/>
            <ac:spMk id="13" creationId="{48AE361B-11D4-4FAE-AB26-69F0C3E48F62}"/>
          </ac:spMkLst>
        </pc:spChg>
        <pc:spChg chg="add del mod">
          <ac:chgData name="Evelyne DuBois" userId="312898cf-2ad6-4938-a8bf-cb591a88faf2" providerId="ADAL" clId="{D68C50F1-E23D-41D0-8DCB-C98735E86EDC}" dt="2023-10-14T21:56:21.164" v="409"/>
          <ac:spMkLst>
            <pc:docMk/>
            <pc:sldMk cId="758802280" sldId="386"/>
            <ac:spMk id="14" creationId="{26675F0B-6F49-40ED-9FC4-818772734639}"/>
          </ac:spMkLst>
        </pc:spChg>
        <pc:spChg chg="add del mod">
          <ac:chgData name="Evelyne DuBois" userId="312898cf-2ad6-4938-a8bf-cb591a88faf2" providerId="ADAL" clId="{D68C50F1-E23D-41D0-8DCB-C98735E86EDC}" dt="2023-10-14T21:56:45.672" v="411"/>
          <ac:spMkLst>
            <pc:docMk/>
            <pc:sldMk cId="758802280" sldId="386"/>
            <ac:spMk id="19" creationId="{3905C5DF-774B-419C-AC5D-9378CF39EFF0}"/>
          </ac:spMkLst>
        </pc:spChg>
        <pc:spChg chg="add del mod">
          <ac:chgData name="Evelyne DuBois" userId="312898cf-2ad6-4938-a8bf-cb591a88faf2" providerId="ADAL" clId="{D68C50F1-E23D-41D0-8DCB-C98735E86EDC}" dt="2023-10-14T21:56:45.672" v="411"/>
          <ac:spMkLst>
            <pc:docMk/>
            <pc:sldMk cId="758802280" sldId="386"/>
            <ac:spMk id="20" creationId="{DE314B5B-4A25-4D0F-981B-394FC6703A7F}"/>
          </ac:spMkLst>
        </pc:spChg>
        <pc:spChg chg="add del mod">
          <ac:chgData name="Evelyne DuBois" userId="312898cf-2ad6-4938-a8bf-cb591a88faf2" providerId="ADAL" clId="{D68C50F1-E23D-41D0-8DCB-C98735E86EDC}" dt="2023-10-14T21:56:45.672" v="411"/>
          <ac:spMkLst>
            <pc:docMk/>
            <pc:sldMk cId="758802280" sldId="386"/>
            <ac:spMk id="21" creationId="{2326D80B-063B-4301-AE8F-1B21F9040824}"/>
          </ac:spMkLst>
        </pc:spChg>
        <pc:spChg chg="add del mod">
          <ac:chgData name="Evelyne DuBois" userId="312898cf-2ad6-4938-a8bf-cb591a88faf2" providerId="ADAL" clId="{D68C50F1-E23D-41D0-8DCB-C98735E86EDC}" dt="2023-10-14T21:56:45.672" v="411"/>
          <ac:spMkLst>
            <pc:docMk/>
            <pc:sldMk cId="758802280" sldId="386"/>
            <ac:spMk id="22" creationId="{2B040138-7CE6-4449-9763-54D0E48D35C7}"/>
          </ac:spMkLst>
        </pc:spChg>
        <pc:spChg chg="add del mod">
          <ac:chgData name="Evelyne DuBois" userId="312898cf-2ad6-4938-a8bf-cb591a88faf2" providerId="ADAL" clId="{D68C50F1-E23D-41D0-8DCB-C98735E86EDC}" dt="2023-10-14T21:56:45.672" v="411"/>
          <ac:spMkLst>
            <pc:docMk/>
            <pc:sldMk cId="758802280" sldId="386"/>
            <ac:spMk id="23" creationId="{7057B6D8-737B-44CE-9605-752631D8BE7B}"/>
          </ac:spMkLst>
        </pc:spChg>
        <pc:picChg chg="add mod">
          <ac:chgData name="Evelyne DuBois" userId="312898cf-2ad6-4938-a8bf-cb591a88faf2" providerId="ADAL" clId="{D68C50F1-E23D-41D0-8DCB-C98735E86EDC}" dt="2023-10-16T16:53:06.391" v="847" actId="1076"/>
          <ac:picMkLst>
            <pc:docMk/>
            <pc:sldMk cId="758802280" sldId="386"/>
            <ac:picMk id="3" creationId="{284012EF-D51D-4028-80FA-51404984AF12}"/>
          </ac:picMkLst>
        </pc:picChg>
        <pc:picChg chg="add mod">
          <ac:chgData name="Evelyne DuBois" userId="312898cf-2ad6-4938-a8bf-cb591a88faf2" providerId="ADAL" clId="{D68C50F1-E23D-41D0-8DCB-C98735E86EDC}" dt="2023-10-14T22:17:42.102" v="589" actId="1076"/>
          <ac:picMkLst>
            <pc:docMk/>
            <pc:sldMk cId="758802280" sldId="386"/>
            <ac:picMk id="24" creationId="{6548BDAD-A99B-4E7F-9C20-36C1AD86D5E7}"/>
          </ac:picMkLst>
        </pc:picChg>
        <pc:picChg chg="add del mod">
          <ac:chgData name="Evelyne DuBois" userId="312898cf-2ad6-4938-a8bf-cb591a88faf2" providerId="ADAL" clId="{D68C50F1-E23D-41D0-8DCB-C98735E86EDC}" dt="2023-10-14T22:15:36.430" v="576" actId="478"/>
          <ac:picMkLst>
            <pc:docMk/>
            <pc:sldMk cId="758802280" sldId="386"/>
            <ac:picMk id="26" creationId="{7B36C9B7-AC98-43EE-8208-5CEB40B9C547}"/>
          </ac:picMkLst>
        </pc:picChg>
        <pc:picChg chg="add mod">
          <ac:chgData name="Evelyne DuBois" userId="312898cf-2ad6-4938-a8bf-cb591a88faf2" providerId="ADAL" clId="{D68C50F1-E23D-41D0-8DCB-C98735E86EDC}" dt="2023-10-14T22:17:44.156" v="590" actId="14100"/>
          <ac:picMkLst>
            <pc:docMk/>
            <pc:sldMk cId="758802280" sldId="386"/>
            <ac:picMk id="28" creationId="{158E49EA-9A6E-453D-A3CF-539589922770}"/>
          </ac:picMkLst>
        </pc:picChg>
        <pc:picChg chg="add mod">
          <ac:chgData name="Evelyne DuBois" userId="312898cf-2ad6-4938-a8bf-cb591a88faf2" providerId="ADAL" clId="{D68C50F1-E23D-41D0-8DCB-C98735E86EDC}" dt="2023-10-14T22:17:37.252" v="587" actId="1076"/>
          <ac:picMkLst>
            <pc:docMk/>
            <pc:sldMk cId="758802280" sldId="386"/>
            <ac:picMk id="30" creationId="{0BA1D105-AFB0-476F-9C4C-486FCC64D5A3}"/>
          </ac:picMkLst>
        </pc:picChg>
        <pc:cxnChg chg="add del mod">
          <ac:chgData name="Evelyne DuBois" userId="312898cf-2ad6-4938-a8bf-cb591a88faf2" providerId="ADAL" clId="{D68C50F1-E23D-41D0-8DCB-C98735E86EDC}" dt="2023-10-14T21:56:21.164" v="409"/>
          <ac:cxnSpMkLst>
            <pc:docMk/>
            <pc:sldMk cId="758802280" sldId="386"/>
            <ac:cxnSpMk id="8" creationId="{2774E928-334F-495A-A61F-8C2B51995DCA}"/>
          </ac:cxnSpMkLst>
        </pc:cxnChg>
        <pc:cxnChg chg="add del mod">
          <ac:chgData name="Evelyne DuBois" userId="312898cf-2ad6-4938-a8bf-cb591a88faf2" providerId="ADAL" clId="{D68C50F1-E23D-41D0-8DCB-C98735E86EDC}" dt="2023-10-14T21:56:21.164" v="409"/>
          <ac:cxnSpMkLst>
            <pc:docMk/>
            <pc:sldMk cId="758802280" sldId="386"/>
            <ac:cxnSpMk id="9" creationId="{24D21B9E-E4C6-4744-9C7C-83C0B8432EC9}"/>
          </ac:cxnSpMkLst>
        </pc:cxnChg>
        <pc:cxnChg chg="add del mod">
          <ac:chgData name="Evelyne DuBois" userId="312898cf-2ad6-4938-a8bf-cb591a88faf2" providerId="ADAL" clId="{D68C50F1-E23D-41D0-8DCB-C98735E86EDC}" dt="2023-10-14T21:56:21.164" v="409"/>
          <ac:cxnSpMkLst>
            <pc:docMk/>
            <pc:sldMk cId="758802280" sldId="386"/>
            <ac:cxnSpMk id="10" creationId="{D9D1D8B0-9A5F-4F5C-9475-B4C622413DBB}"/>
          </ac:cxnSpMkLst>
        </pc:cxnChg>
        <pc:cxnChg chg="add del mod">
          <ac:chgData name="Evelyne DuBois" userId="312898cf-2ad6-4938-a8bf-cb591a88faf2" providerId="ADAL" clId="{D68C50F1-E23D-41D0-8DCB-C98735E86EDC}" dt="2023-10-14T21:56:45.672" v="411"/>
          <ac:cxnSpMkLst>
            <pc:docMk/>
            <pc:sldMk cId="758802280" sldId="386"/>
            <ac:cxnSpMk id="15" creationId="{6FD3E5F6-E287-4C52-9B6B-7F91D926954E}"/>
          </ac:cxnSpMkLst>
        </pc:cxnChg>
        <pc:cxnChg chg="add del mod">
          <ac:chgData name="Evelyne DuBois" userId="312898cf-2ad6-4938-a8bf-cb591a88faf2" providerId="ADAL" clId="{D68C50F1-E23D-41D0-8DCB-C98735E86EDC}" dt="2023-10-14T21:56:45.672" v="411"/>
          <ac:cxnSpMkLst>
            <pc:docMk/>
            <pc:sldMk cId="758802280" sldId="386"/>
            <ac:cxnSpMk id="16" creationId="{6960B20E-4A91-49A3-B147-4F0401AC021E}"/>
          </ac:cxnSpMkLst>
        </pc:cxnChg>
        <pc:cxnChg chg="add del mod">
          <ac:chgData name="Evelyne DuBois" userId="312898cf-2ad6-4938-a8bf-cb591a88faf2" providerId="ADAL" clId="{D68C50F1-E23D-41D0-8DCB-C98735E86EDC}" dt="2023-10-14T21:56:45.672" v="411"/>
          <ac:cxnSpMkLst>
            <pc:docMk/>
            <pc:sldMk cId="758802280" sldId="386"/>
            <ac:cxnSpMk id="17" creationId="{C1B0E344-E892-43E1-993A-AB4FB52D9144}"/>
          </ac:cxnSpMkLst>
        </pc:cxnChg>
        <pc:cxnChg chg="add del mod">
          <ac:chgData name="Evelyne DuBois" userId="312898cf-2ad6-4938-a8bf-cb591a88faf2" providerId="ADAL" clId="{D68C50F1-E23D-41D0-8DCB-C98735E86EDC}" dt="2023-10-14T21:56:45.672" v="411"/>
          <ac:cxnSpMkLst>
            <pc:docMk/>
            <pc:sldMk cId="758802280" sldId="386"/>
            <ac:cxnSpMk id="18" creationId="{C8F30485-6E6B-467E-BDC6-D466EBE33EF9}"/>
          </ac:cxnSpMkLst>
        </pc:cxnChg>
      </pc:sldChg>
      <pc:sldChg chg="addSp delSp modSp new mod">
        <pc:chgData name="Evelyne DuBois" userId="312898cf-2ad6-4938-a8bf-cb591a88faf2" providerId="ADAL" clId="{D68C50F1-E23D-41D0-8DCB-C98735E86EDC}" dt="2023-10-14T22:12:58.492" v="567" actId="20577"/>
        <pc:sldMkLst>
          <pc:docMk/>
          <pc:sldMk cId="3953618083" sldId="387"/>
        </pc:sldMkLst>
        <pc:spChg chg="mod">
          <ac:chgData name="Evelyne DuBois" userId="312898cf-2ad6-4938-a8bf-cb591a88faf2" providerId="ADAL" clId="{D68C50F1-E23D-41D0-8DCB-C98735E86EDC}" dt="2023-10-14T21:55:05.210" v="358" actId="20577"/>
          <ac:spMkLst>
            <pc:docMk/>
            <pc:sldMk cId="3953618083" sldId="387"/>
            <ac:spMk id="2" creationId="{71EF6894-895E-4261-9423-FFD7B4F91288}"/>
          </ac:spMkLst>
        </pc:spChg>
        <pc:spChg chg="del">
          <ac:chgData name="Evelyne DuBois" userId="312898cf-2ad6-4938-a8bf-cb591a88faf2" providerId="ADAL" clId="{D68C50F1-E23D-41D0-8DCB-C98735E86EDC}" dt="2023-10-14T22:03:33.097" v="523"/>
          <ac:spMkLst>
            <pc:docMk/>
            <pc:sldMk cId="3953618083" sldId="387"/>
            <ac:spMk id="3" creationId="{04A49CBB-7D2C-4024-8B4A-62F115543E4E}"/>
          </ac:spMkLst>
        </pc:spChg>
        <pc:spChg chg="mod">
          <ac:chgData name="Evelyne DuBois" userId="312898cf-2ad6-4938-a8bf-cb591a88faf2" providerId="ADAL" clId="{D68C50F1-E23D-41D0-8DCB-C98735E86EDC}" dt="2023-10-14T22:12:58.492" v="567" actId="20577"/>
          <ac:spMkLst>
            <pc:docMk/>
            <pc:sldMk cId="3953618083" sldId="387"/>
            <ac:spMk id="4" creationId="{47E91422-9176-453E-B76A-E7A0C9228579}"/>
          </ac:spMkLst>
        </pc:spChg>
        <pc:picChg chg="add mod">
          <ac:chgData name="Evelyne DuBois" userId="312898cf-2ad6-4938-a8bf-cb591a88faf2" providerId="ADAL" clId="{D68C50F1-E23D-41D0-8DCB-C98735E86EDC}" dt="2023-10-14T22:09:59.106" v="541" actId="1076"/>
          <ac:picMkLst>
            <pc:docMk/>
            <pc:sldMk cId="3953618083" sldId="387"/>
            <ac:picMk id="6" creationId="{73C07E49-CE8E-4D80-A8F0-D0B304EA7CEC}"/>
          </ac:picMkLst>
        </pc:picChg>
        <pc:picChg chg="add mod">
          <ac:chgData name="Evelyne DuBois" userId="312898cf-2ad6-4938-a8bf-cb591a88faf2" providerId="ADAL" clId="{D68C50F1-E23D-41D0-8DCB-C98735E86EDC}" dt="2023-10-14T22:10:10.601" v="545" actId="14100"/>
          <ac:picMkLst>
            <pc:docMk/>
            <pc:sldMk cId="3953618083" sldId="387"/>
            <ac:picMk id="8" creationId="{9741BBC9-902D-464B-BDF5-F29D760AFFC3}"/>
          </ac:picMkLst>
        </pc:picChg>
      </pc:sldChg>
      <pc:sldChg chg="addSp delSp modSp new mod">
        <pc:chgData name="Evelyne DuBois" userId="312898cf-2ad6-4938-a8bf-cb591a88faf2" providerId="ADAL" clId="{D68C50F1-E23D-41D0-8DCB-C98735E86EDC}" dt="2023-10-16T17:32:04.682" v="1049" actId="14100"/>
        <pc:sldMkLst>
          <pc:docMk/>
          <pc:sldMk cId="1962454421" sldId="388"/>
        </pc:sldMkLst>
        <pc:spChg chg="mod">
          <ac:chgData name="Evelyne DuBois" userId="312898cf-2ad6-4938-a8bf-cb591a88faf2" providerId="ADAL" clId="{D68C50F1-E23D-41D0-8DCB-C98735E86EDC}" dt="2023-10-14T22:05:30.304" v="540" actId="20577"/>
          <ac:spMkLst>
            <pc:docMk/>
            <pc:sldMk cId="1962454421" sldId="388"/>
            <ac:spMk id="2" creationId="{A21B9422-847B-4A8E-929E-1172FF7FA022}"/>
          </ac:spMkLst>
        </pc:spChg>
        <pc:spChg chg="del">
          <ac:chgData name="Evelyne DuBois" userId="312898cf-2ad6-4938-a8bf-cb591a88faf2" providerId="ADAL" clId="{D68C50F1-E23D-41D0-8DCB-C98735E86EDC}" dt="2023-10-14T22:05:05.718" v="526"/>
          <ac:spMkLst>
            <pc:docMk/>
            <pc:sldMk cId="1962454421" sldId="388"/>
            <ac:spMk id="3" creationId="{48CDB530-5AA5-4852-96A9-7AFFCBEE91FC}"/>
          </ac:spMkLst>
        </pc:spChg>
        <pc:spChg chg="mod">
          <ac:chgData name="Evelyne DuBois" userId="312898cf-2ad6-4938-a8bf-cb591a88faf2" providerId="ADAL" clId="{D68C50F1-E23D-41D0-8DCB-C98735E86EDC}" dt="2023-10-16T17:06:57.292" v="1031" actId="207"/>
          <ac:spMkLst>
            <pc:docMk/>
            <pc:sldMk cId="1962454421" sldId="388"/>
            <ac:spMk id="4" creationId="{79101206-F1DE-4A81-AE6B-9134FF9262FB}"/>
          </ac:spMkLst>
        </pc:spChg>
        <pc:picChg chg="add mod">
          <ac:chgData name="Evelyne DuBois" userId="312898cf-2ad6-4938-a8bf-cb591a88faf2" providerId="ADAL" clId="{D68C50F1-E23D-41D0-8DCB-C98735E86EDC}" dt="2023-10-16T17:32:04.682" v="1049" actId="14100"/>
          <ac:picMkLst>
            <pc:docMk/>
            <pc:sldMk cId="1962454421" sldId="388"/>
            <ac:picMk id="6" creationId="{AAAF596D-E2EE-428E-BF65-5CDF79B54DBB}"/>
          </ac:picMkLst>
        </pc:picChg>
        <pc:picChg chg="add mod">
          <ac:chgData name="Evelyne DuBois" userId="312898cf-2ad6-4938-a8bf-cb591a88faf2" providerId="ADAL" clId="{D68C50F1-E23D-41D0-8DCB-C98735E86EDC}" dt="2023-10-16T17:31:57.451" v="1048" actId="1076"/>
          <ac:picMkLst>
            <pc:docMk/>
            <pc:sldMk cId="1962454421" sldId="388"/>
            <ac:picMk id="7" creationId="{7C78EBCD-7FD1-464A-A886-0CB72FA3FC12}"/>
          </ac:picMkLst>
        </pc:picChg>
        <pc:picChg chg="add mod">
          <ac:chgData name="Evelyne DuBois" userId="312898cf-2ad6-4938-a8bf-cb591a88faf2" providerId="ADAL" clId="{D68C50F1-E23D-41D0-8DCB-C98735E86EDC}" dt="2023-10-14T22:10:58.084" v="550" actId="14100"/>
          <ac:picMkLst>
            <pc:docMk/>
            <pc:sldMk cId="1962454421" sldId="388"/>
            <ac:picMk id="8" creationId="{2198E36A-16C4-4461-A63E-84DBC6D15D86}"/>
          </ac:picMkLst>
        </pc:picChg>
        <pc:picChg chg="add mod">
          <ac:chgData name="Evelyne DuBois" userId="312898cf-2ad6-4938-a8bf-cb591a88faf2" providerId="ADAL" clId="{D68C50F1-E23D-41D0-8DCB-C98735E86EDC}" dt="2023-10-16T17:31:18.010" v="1041" actId="1076"/>
          <ac:picMkLst>
            <pc:docMk/>
            <pc:sldMk cId="1962454421" sldId="388"/>
            <ac:picMk id="10" creationId="{8368CBFC-CFC3-4BC5-BA81-68738DA9252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641A86-FBF4-4831-9FF4-7B487F3492D7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13F8BB-B1B5-4D35-A08C-A275931309FC}" type="datetime1">
              <a:rPr lang="fr-FR" smtClean="0"/>
              <a:t>16/10/2023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BA18A1-B72F-49DD-8A51-DC4A9B10C77C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162FBC-E467-46B8-ABE1-98D95CFF2BA6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F64E0A-ACF3-44BD-A54D-C44EDE2996DF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" dirty="0"/>
              <a:t>Modifiez le style du titre du masque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10B38C-D4F5-42C2-967A-0B7FC97B2621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C9646D-2F82-4FD6-98A1-C2A4C26D0529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ce réservé au numéro de diapositiv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" dirty="0"/>
              <a:t>Cliquez pour modifier le style du titre du masque</a:t>
            </a:r>
            <a:endParaRPr lang="en-US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595C77-250B-4737-9E4A-69E5939CBC16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E81F3-FFCD-4236-B158-26C78CAC6E11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" dirty="0"/>
              <a:t>Modifiez les styles du texte du 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ce réservé a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7E208F8F-9785-4D7E-B2D7-6FB9149CAF24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6" name="Espace réservé au pied de page 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A74DDF-14B3-4359-B246-DC1DC867FD8F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fr" dirty="0"/>
              <a:t>Modifiez le style du 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DB94D9-FA33-4622-B5B0-3A212B55AFC9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3CD2423-DC0C-47A2-8916-10643EB35EC9}" type="datetime1">
              <a:rPr lang="fr-FR" smtClean="0"/>
              <a:t>16/10/2023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laurendeau-my.sharepoint.com/personal/evelyne_dubois_claurendeau_qc_ca/Documents/Cegep%20AL/Cours_Yoga/Ensemble%203/A-23%20ED/PPAP_Mise%20en%20place_Yoga3_A23%20.docx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8"/>
            <a:ext cx="6253317" cy="3156526"/>
          </a:xfrm>
        </p:spPr>
        <p:txBody>
          <a:bodyPr rtlCol="0">
            <a:normAutofit/>
          </a:bodyPr>
          <a:lstStyle/>
          <a:p>
            <a:pPr rtl="0"/>
            <a:r>
              <a:rPr lang="fr" sz="8000" dirty="0"/>
              <a:t>Cours #8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06505"/>
            <a:ext cx="6269347" cy="2139351"/>
          </a:xfrm>
        </p:spPr>
        <p:txBody>
          <a:bodyPr rtlCol="0">
            <a:normAutofit fontScale="40000" lnSpcReduction="20000"/>
          </a:bodyPr>
          <a:lstStyle/>
          <a:p>
            <a:pPr marL="342900" indent="-342900" rtl="0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Prendre son JB et conserver son CD</a:t>
            </a:r>
          </a:p>
          <a:p>
            <a:pPr marL="342900" indent="-342900" rtl="0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Séance dirigée</a:t>
            </a:r>
          </a:p>
          <a:p>
            <a:pPr marL="342900" indent="-342900" rtl="0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Explications:</a:t>
            </a:r>
          </a:p>
          <a:p>
            <a:pPr marL="800100" lvl="1" indent="-342900" algn="l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Mise en place de son PPAP (5%)</a:t>
            </a:r>
          </a:p>
          <a:p>
            <a:pPr marL="800100" lvl="1" indent="-342900" algn="l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Retour sur Suivis Runkeeper (15%)</a:t>
            </a:r>
          </a:p>
          <a:p>
            <a:pPr marL="800100" lvl="1" indent="-342900" algn="l">
              <a:buFontTx/>
              <a:buChar char="-"/>
            </a:pPr>
            <a:r>
              <a:rPr lang="fr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Routine de yoga d’équipe (20%)</a:t>
            </a:r>
            <a:br>
              <a:rPr lang="f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4" descr="Image contenant un bâtiment, un siège, un banc, un côté&#10;&#10;Description générée automatiquement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87BAC4-240B-40E0-ACEE-96DC4F2E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5162FBC-E467-46B8-ABE1-98D95CFF2BA6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C33E93-22B4-404D-84C2-800615A1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4" y="466725"/>
            <a:ext cx="9256536" cy="568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6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74FA436-924B-4FD8-ACA9-3B1C325E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1258077"/>
          </a:xfrm>
        </p:spPr>
        <p:txBody>
          <a:bodyPr>
            <a:normAutofit/>
          </a:bodyPr>
          <a:lstStyle/>
          <a:p>
            <a:pPr algn="ctr"/>
            <a:r>
              <a:rPr lang="fr-CA" sz="3200" dirty="0">
                <a:hlinkClick r:id="rId2"/>
              </a:rPr>
              <a:t>Mise en place de son PPAP (5%)</a:t>
            </a:r>
            <a:endParaRPr lang="fr-CA" sz="3200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C7DCAA3-2490-4686-B67D-13034A9F0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06567" y="0"/>
            <a:ext cx="7325593" cy="22765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EC72BF0-05CF-4EBD-9046-AB91BFD54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011" y="2639499"/>
            <a:ext cx="2145978" cy="157900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B7E18F3-5EE0-48C5-A8CC-ABF1AFD63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011" y="2639499"/>
            <a:ext cx="2145978" cy="1579001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26F044F-568B-4623-BD00-D1315DF83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623735" cy="3028567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7AB951-696F-4BEB-AB53-CAC9C64E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E208F8F-9785-4D7E-B2D7-6FB9149CAF24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95C90A6-6FAF-4AFD-A295-3BA4EF2F8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994" y="2195101"/>
            <a:ext cx="7084166" cy="509669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116CF05-A48D-499B-9874-6B6BC92A7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37" y="2597151"/>
            <a:ext cx="4116044" cy="302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4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7AAD231-ED98-45B0-810E-14D814362A53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1963737" y="0"/>
            <a:ext cx="8264525" cy="672306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F9FE2F2-B9F5-42DA-A8A7-0A6F8B5A5490}"/>
              </a:ext>
            </a:extLst>
          </p:cNvPr>
          <p:cNvSpPr txBox="1"/>
          <p:nvPr/>
        </p:nvSpPr>
        <p:spPr>
          <a:xfrm>
            <a:off x="5055896" y="1790995"/>
            <a:ext cx="100811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2400" dirty="0"/>
              <a:t>Yoga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6D3BEBC-E898-4FE2-9CFE-B03802A10CD1}"/>
              </a:ext>
            </a:extLst>
          </p:cNvPr>
          <p:cNvSpPr txBox="1"/>
          <p:nvPr/>
        </p:nvSpPr>
        <p:spPr>
          <a:xfrm>
            <a:off x="9022448" y="4918287"/>
            <a:ext cx="86409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1200" dirty="0"/>
              <a:t>PPAP</a:t>
            </a:r>
          </a:p>
        </p:txBody>
      </p:sp>
    </p:spTree>
    <p:extLst>
      <p:ext uri="{BB962C8B-B14F-4D97-AF65-F5344CB8AC3E}">
        <p14:creationId xmlns:p14="http://schemas.microsoft.com/office/powerpoint/2010/main" val="417918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33569-CE29-4833-9957-393327F6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2112091"/>
          </a:xfrm>
        </p:spPr>
        <p:txBody>
          <a:bodyPr>
            <a:normAutofit/>
          </a:bodyPr>
          <a:lstStyle/>
          <a:p>
            <a:r>
              <a:rPr lang="fr" sz="3200" dirty="0">
                <a:solidFill>
                  <a:schemeClr val="bg1"/>
                </a:solidFill>
              </a:rPr>
              <a:t>Suivis Runkeeper (15%)</a:t>
            </a:r>
            <a:br>
              <a:rPr lang="fr" sz="3600" dirty="0">
                <a:solidFill>
                  <a:schemeClr val="bg1"/>
                </a:solidFill>
              </a:rPr>
            </a:b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A1A964-8838-4E40-840D-7946BD580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4" y="2664126"/>
            <a:ext cx="3517567" cy="3231849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6C0A67-131D-4CED-807E-2998E520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920F7D52-C90D-4A13-8227-D546580BB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678" y="2518850"/>
            <a:ext cx="1795593" cy="200882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2F2B71A-62F3-45C4-B848-FE7476E7A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73" y="4073805"/>
            <a:ext cx="1811758" cy="182217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8B41AA1-4818-4AC0-93CF-217940E97A88}"/>
              </a:ext>
            </a:extLst>
          </p:cNvPr>
          <p:cNvSpPr txBox="1"/>
          <p:nvPr/>
        </p:nvSpPr>
        <p:spPr>
          <a:xfrm>
            <a:off x="5055079" y="2208299"/>
            <a:ext cx="6764397" cy="331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Directives des </a:t>
            </a:r>
            <a:r>
              <a:rPr lang="fr-FR" sz="1800" i="1" u="sng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durées minimales sur </a:t>
            </a:r>
            <a:r>
              <a:rPr lang="fr-FR" sz="1800" i="1" u="sng" dirty="0" err="1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Runkeeper</a:t>
            </a:r>
            <a:r>
              <a:rPr lang="fr-FR" sz="1800" i="1" u="sng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selon la nature de l’activité physique pratiquée lors du PPAP  ♥: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Course ou combo de marche et course : 20 minutes ♥ + 10 min </a:t>
            </a:r>
            <a:r>
              <a:rPr lang="fr-FR" sz="14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♥ ou</a:t>
            </a:r>
            <a:r>
              <a:rPr lang="fr-FR" sz="1400" i="1" u="sng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Obj.#2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Marche ou combo de marche lente et rapide : 30 minutes ♥ 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Vélo : 40 minutes ♥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Vélo stationnaire, elliptique ou tapis roulant : 30 minutes ♥</a:t>
            </a:r>
          </a:p>
          <a:p>
            <a:endParaRPr lang="fr-FR" i="1" dirty="0">
              <a:solidFill>
                <a:srgbClr val="7030A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i="1" dirty="0">
                <a:solidFill>
                  <a:srgbClr val="7030A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Remise sur Teams de </a:t>
            </a:r>
            <a:r>
              <a:rPr lang="fr-FR" i="1" u="sng" dirty="0">
                <a:solidFill>
                  <a:srgbClr val="7030A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3 captures d’écran </a:t>
            </a:r>
            <a:r>
              <a:rPr lang="fr-FR" i="1" dirty="0">
                <a:solidFill>
                  <a:srgbClr val="7030A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/ entraînement à chaque semaine pour 5 points.</a:t>
            </a:r>
          </a:p>
          <a:p>
            <a:endParaRPr lang="fr-FR" i="1" dirty="0">
              <a:solidFill>
                <a:srgbClr val="7030A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5922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EEEF72-3280-4835-87D9-7F267664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Capture d’écran #1 </a:t>
            </a:r>
            <a:br>
              <a:rPr lang="fr-CA" dirty="0"/>
            </a:br>
            <a:r>
              <a:rPr lang="fr-CA" dirty="0"/>
              <a:t>3 points</a:t>
            </a:r>
          </a:p>
        </p:txBody>
      </p:sp>
      <p:pic>
        <p:nvPicPr>
          <p:cNvPr id="24" name="Espace réservé du contenu 23">
            <a:extLst>
              <a:ext uri="{FF2B5EF4-FFF2-40B4-BE49-F238E27FC236}">
                <a16:creationId xmlns:a16="http://schemas.microsoft.com/office/drawing/2014/main" id="{6548BDAD-A99B-4E7F-9C20-36C1AD86D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059" y="1179062"/>
            <a:ext cx="2988475" cy="5611017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AEBAC7-C53F-43AF-974D-2F103AE49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925" y="3043050"/>
            <a:ext cx="4054415" cy="3403470"/>
          </a:xfrm>
        </p:spPr>
        <p:txBody>
          <a:bodyPr>
            <a:normAutofit fontScale="85000" lnSpcReduction="20000"/>
          </a:bodyPr>
          <a:lstStyle/>
          <a:p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Via le Flux : </a:t>
            </a:r>
            <a:r>
              <a:rPr lang="fr-CA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</a:t>
            </a:r>
            <a:r>
              <a:rPr lang="fr-CA" sz="1800" b="1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capture d’écran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prise directement sur </a:t>
            </a:r>
            <a:r>
              <a:rPr lang="fr-CA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RunKeeper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montrant les informations suivantes à la fin de ton entraînement.</a:t>
            </a:r>
          </a:p>
          <a:p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 de l’élève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avec le bon code classe tout juste à côté de sa photo de profil</a:t>
            </a:r>
            <a:r>
              <a:rPr lang="fr-C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titre personnalisé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l’entraînement.</a:t>
            </a:r>
          </a:p>
          <a:p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d’activité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la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cet entraînement.</a:t>
            </a:r>
          </a:p>
          <a:p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L’information sur le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 km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le </a:t>
            </a:r>
            <a:r>
              <a:rPr lang="fr-CA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 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selon les directives de l’enseignante.</a:t>
            </a:r>
          </a:p>
          <a:p>
            <a:r>
              <a:rPr lang="fr-CA" sz="1800" spc="0" dirty="0">
                <a:ln>
                  <a:noFill/>
                </a:ln>
                <a:effectLst>
                  <a:glow>
                    <a:srgbClr val="000000"/>
                  </a:glow>
                  <a:outerShdw blurRad="38100" dist="19050" dir="2700000" algn="tl">
                    <a:schemeClr val="dk1">
                      <a:alpha val="40000"/>
                    </a:schemeClr>
                  </a:outerShdw>
                  <a:reflection stA="0" endPos="0" fadeDir="0" sx="0" sy="0"/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CA" sz="1800" b="1" spc="0" dirty="0">
                <a:ln>
                  <a:noFill/>
                </a:ln>
                <a:effectLst>
                  <a:glow>
                    <a:srgbClr val="000000"/>
                  </a:glow>
                  <a:outerShdw blurRad="38100" dist="19050" dir="2700000" algn="tl">
                    <a:schemeClr val="dk1">
                      <a:alpha val="40000"/>
                    </a:schemeClr>
                  </a:outerShdw>
                  <a:reflection stA="0" endPos="0" fadeDir="0" sx="0" sy="0"/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tracé GPS</a:t>
            </a:r>
            <a:r>
              <a:rPr lang="fr-CA" sz="1800" spc="0" dirty="0">
                <a:ln>
                  <a:noFill/>
                </a:ln>
                <a:effectLst>
                  <a:glow>
                    <a:srgbClr val="000000"/>
                  </a:glow>
                  <a:outerShdw blurRad="38100" dist="19050" dir="2700000" algn="tl">
                    <a:schemeClr val="dk1">
                      <a:alpha val="40000"/>
                    </a:schemeClr>
                  </a:outerShdw>
                  <a:reflection stA="0" endPos="0" fadeDir="0" sx="0" sy="0"/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1EB19F-BD50-4461-882B-DAE6985E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158E49EA-9A6E-453D-A3CF-539589922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089" y="1314203"/>
            <a:ext cx="2691574" cy="527384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0BA1D105-AFB0-476F-9C4C-486FCC64D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951"/>
            <a:ext cx="4797667" cy="74278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84012EF-D51D-4028-80FA-51404984A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562" y="4976050"/>
            <a:ext cx="1932599" cy="21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0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EF6894-895E-4261-9423-FFD7B4F9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Capture d’écran #2</a:t>
            </a:r>
            <a:br>
              <a:rPr lang="fr-CA" dirty="0"/>
            </a:br>
            <a:r>
              <a:rPr lang="fr-CA" dirty="0"/>
              <a:t>1point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3C07E49-CE8E-4D80-A8F0-D0B304EA7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5382" y="1201993"/>
            <a:ext cx="2853971" cy="4793564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E91422-9176-453E-B76A-E7A0C922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CA" sz="1800" b="1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photo</a:t>
            </a:r>
            <a:r>
              <a:rPr lang="fr-CA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b="1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toi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(de ton visage) à la toute fin de ton entraînement.</a:t>
            </a:r>
            <a:endParaRPr lang="fr-CA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936DE-27BA-498E-9FBF-C947A2EF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41BBC9-902D-464B-BDF5-F29D760AF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685" y="623655"/>
            <a:ext cx="3542019" cy="582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1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B9422-847B-4A8E-929E-1172FF7F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Capture d’écran #3</a:t>
            </a:r>
            <a:br>
              <a:rPr lang="fr-CA" dirty="0"/>
            </a:br>
            <a:r>
              <a:rPr lang="fr-CA" dirty="0"/>
              <a:t>1 point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AAF596D-E2EE-428E-BF65-5CDF79B54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9067" y="914400"/>
            <a:ext cx="3048151" cy="2191163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101206-F1DE-4A81-AE6B-9134FF926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CA" dirty="0"/>
              <a:t>1 ou 2 photos!</a:t>
            </a:r>
          </a:p>
          <a:p>
            <a:r>
              <a:rPr lang="fr-CA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photo de chacun des lieux/ conditions </a:t>
            </a:r>
            <a:r>
              <a:rPr lang="fr-CA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ton entraînement.</a:t>
            </a:r>
          </a:p>
          <a:p>
            <a:r>
              <a:rPr lang="fr-CA" i="1" dirty="0">
                <a:solidFill>
                  <a:srgbClr val="7030A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fr-CA" i="1" dirty="0">
                <a:latin typeface="Calibri" panose="020F0502020204030204" pitchFamily="34" charset="0"/>
                <a:cs typeface="Times New Roman" panose="02020603050405020304" pitchFamily="18" charset="0"/>
              </a:rPr>
              <a:t> Si ton entraînement se fait sur un appareil </a:t>
            </a: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♥</a:t>
            </a:r>
            <a:r>
              <a:rPr lang="fr-FR" sz="1800" i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fr-FR" sz="1800" i="1" dirty="0">
                <a:solidFill>
                  <a:srgbClr val="7030A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CA" sz="1800" i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une photo du cadran résumé de ton entraînement doit être remise.</a:t>
            </a:r>
            <a:endParaRPr lang="fr-CA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EEECB0-1476-4EEB-8919-10C4DF71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98E36A-16C4-4461-A63E-84DBC6D15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34" y="591678"/>
            <a:ext cx="3405330" cy="60472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78EBCD-7FD1-464A-A886-0CB72FA3F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372" y="3894600"/>
            <a:ext cx="2140916" cy="174653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368CBFC-CFC3-4BC5-BA81-68738DA92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097" y="3233297"/>
            <a:ext cx="1440137" cy="30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5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0CA06-1466-4550-9577-4415369D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941659"/>
            <a:ext cx="3517567" cy="1189066"/>
          </a:xfrm>
        </p:spPr>
        <p:txBody>
          <a:bodyPr>
            <a:normAutofit/>
          </a:bodyPr>
          <a:lstStyle/>
          <a:p>
            <a:r>
              <a:rPr lang="fr" sz="3200" dirty="0">
                <a:solidFill>
                  <a:schemeClr val="bg1"/>
                </a:solidFill>
              </a:rPr>
              <a:t>Routine de yoga d’équipe (20%)</a:t>
            </a:r>
            <a:endParaRPr lang="fr-CA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6C70E8-D99A-43A7-B753-8249D6B5C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1666814"/>
            <a:ext cx="6659593" cy="5294757"/>
          </a:xfrm>
        </p:spPr>
        <p:txBody>
          <a:bodyPr/>
          <a:lstStyle/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Équipe de 4 ou 5 personnes</a:t>
            </a:r>
          </a:p>
          <a:p>
            <a:pPr algn="just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fr-CA" sz="1800" dirty="0"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Cette routine se divisera en </a:t>
            </a:r>
            <a:r>
              <a:rPr lang="fr-CA" sz="1800" b="1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parties sans interruption</a:t>
            </a: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:</a:t>
            </a:r>
            <a:endParaRPr lang="fr-CA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Font typeface="+mj-lt"/>
              <a:buAutoNum type="arabicParenR"/>
            </a:pP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réalisation complète de soit la Salutation au soleil B longue ou la Salutation à la lune.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Font typeface="+mj-lt"/>
              <a:buAutoNum type="arabicParenR"/>
            </a:pP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Refaire l’enchainement de la partie 1, en y insérant 3 postures de yoga de </a:t>
            </a:r>
            <a:r>
              <a:rPr lang="fr-CA" sz="1800" b="1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niveau intermédiaire ou avancé</a:t>
            </a:r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 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l’</a:t>
            </a:r>
            <a:r>
              <a:rPr lang="fr-CA" sz="1800" b="1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équilibre et proprioception / vigueur musculaire  / flexibilité et la mobilité</a:t>
            </a:r>
          </a:p>
          <a:p>
            <a:r>
              <a:rPr lang="fr-CA" dirty="0"/>
              <a:t>- Préparation entre le cours #9 et #12.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F82A29-1F22-4891-8EE9-2D924171C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CA" dirty="0"/>
              <a:t>Objectif: me démontrer votre autonomie dans la pratique du yoga…</a:t>
            </a:r>
          </a:p>
          <a:p>
            <a:r>
              <a:rPr lang="fr-CA" sz="1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Cette évaluation sera évaluée de manière individuelle, malgré que la routine soit enchainée collectivement!</a:t>
            </a:r>
            <a:endParaRPr lang="fr-CA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5DEB82-C0E4-4CCD-9F88-BF858DD7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97361A-7C50-452A-9761-2F2CCDC29838}" type="datetime1">
              <a:rPr lang="fr-FR" smtClean="0"/>
              <a:t>16/10/2023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61808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{8349BB03-0185-442C-858F-A6DE2FB48300}tf56160789_win32</Template>
  <TotalTime>402</TotalTime>
  <Words>409</Words>
  <Application>Microsoft Office PowerPoint</Application>
  <PresentationFormat>Grand écran</PresentationFormat>
  <Paragraphs>47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 Narrow</vt:lpstr>
      <vt:lpstr>Bookman Old Style</vt:lpstr>
      <vt:lpstr>Calibri</vt:lpstr>
      <vt:lpstr>Franklin Gothic Book</vt:lpstr>
      <vt:lpstr>Personnalisé</vt:lpstr>
      <vt:lpstr>Cours #8</vt:lpstr>
      <vt:lpstr>Présentation PowerPoint</vt:lpstr>
      <vt:lpstr>Mise en place de son PPAP (5%)</vt:lpstr>
      <vt:lpstr>Présentation PowerPoint</vt:lpstr>
      <vt:lpstr>Suivis Runkeeper (15%) </vt:lpstr>
      <vt:lpstr>Capture d’écran #1  3 points</vt:lpstr>
      <vt:lpstr>Capture d’écran #2 1point</vt:lpstr>
      <vt:lpstr>Capture d’écran #3 1 point</vt:lpstr>
      <vt:lpstr>Routine de yoga d’équipe (20%)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#8</dc:title>
  <dc:creator>Evelyne DuBois</dc:creator>
  <cp:lastModifiedBy>Evelyne DuBois</cp:lastModifiedBy>
  <cp:revision>1</cp:revision>
  <dcterms:created xsi:type="dcterms:W3CDTF">2023-10-14T21:27:53Z</dcterms:created>
  <dcterms:modified xsi:type="dcterms:W3CDTF">2023-10-16T17:32:06Z</dcterms:modified>
</cp:coreProperties>
</file>